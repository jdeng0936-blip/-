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硬件扩容路径 — 按需渐进、风险可控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06040" cy="27432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260604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掘进模块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1台Mac Studio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云服务器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756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0756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2-3人并发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55117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" y="25511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硬件约23万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02666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" y="30266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总投入约80万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6324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37560" y="868680"/>
            <a:ext cx="2606040" cy="274320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18" name="Shape 16"/>
          <p:cNvSpPr/>
          <p:nvPr/>
        </p:nvSpPr>
        <p:spPr>
          <a:xfrm>
            <a:off x="3337560" y="868680"/>
            <a:ext cx="260604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960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1234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+综采+通风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1600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7764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加第2台Mac Studio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云服务器升级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20756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77640" y="20756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5-8人并发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255117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77640" y="25511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硬件增量22万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29000" y="302666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977640" y="30266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阶段增量40-48万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▶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7920" y="868680"/>
            <a:ext cx="2606040" cy="2743200"/>
          </a:xfrm>
          <a:prstGeom prst="rect">
            <a:avLst/>
          </a:prstGeom>
          <a:solidFill>
            <a:srgbClr val="EAFAF1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7920" y="868680"/>
            <a:ext cx="2606040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960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09360" y="12344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六专业全覆盖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1600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加第3台Mac Studio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或评估切GPU集群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20756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58000" y="20756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15-20人并发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0" y="255117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0" y="25511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硬件增量20万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9360" y="302666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58000" y="30266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阶段增量34-43万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solidFill>
            <a:srgbClr val="EAFAF1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37947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核心优势：20万/台的最小扩容单元 · 加机器即扩容 · 不改机房不重部署 · 比一次性砸120万买8张卡风险低得多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434840"/>
            <a:ext cx="3931920" cy="411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434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Mac方案三阶段累计硬件：约65万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3440" y="4434840"/>
            <a:ext cx="4023360" cy="41148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4434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传统8卡GPU方案一次性投入：120-160万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补充页 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全景预算总览 — 三阶段软件+硬件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371600"/>
                <a:gridCol w="1371600"/>
                <a:gridCol w="13716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覆盖专业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软件投入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硬件投入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阶段合计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并发能力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第一阶段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（本次项目）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掘进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~57万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~23万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~80万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2-3人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第二阶段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+综采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+通风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40-48万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22-24万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62-72万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5-8人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第三阶段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+机电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+运输+防突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34-43万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54-63万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15-20人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三阶段累计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六专业全覆盖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~155-170万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~65万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~220-235万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15-20人+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各专业软件增量预算参考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增量预算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复杂度说明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综采规程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25-30万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最复杂：章节多、计算项多、液压支架选型等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通风措施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15-18万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标准化程度高：总风量/分风/负压计算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机电措施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12-15万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供电负荷计算、电缆截面选择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运输规程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12-15万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绞车牵引力、钢丝绳校验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防突措施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10-13万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专业性强但内容量相对集中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4663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策略：先讲第一期80万，强调"先看效果再决定下一步" · 不要一上来报220万总数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补充页 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2026-03-30T04:46:32Z</dcterms:created>
  <dcterms:modified xsi:type="dcterms:W3CDTF">2026-03-30T04:46:32Z</dcterms:modified>
</cp:coreProperties>
</file>